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2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578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&amp;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Analytics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 ·  Powered by Prophet Forecasting  ·  Customer RFM Segmentation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Orders · Customers · AOV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3172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231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RFM-based segments · Revenue &amp; count distribution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6616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576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· Revenue by category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887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Revenue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600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· Revenue by region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231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423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834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model · 30 / 60 / 90-day projections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657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4069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growth metrics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15544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$4.49M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Discount-adjusted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65960" y="1097280"/>
            <a:ext cx="155448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33,580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1097280"/>
            <a:ext cx="155448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4904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accounts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1097280"/>
            <a:ext cx="15544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16,268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≥1 order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109728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78040" y="1097280"/>
            <a:ext cx="15544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$133.81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2376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÷ Orders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Revenue calculated using post-discount order totals from orders_clean.csv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64592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Loyal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4114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27632"/>
            <a:ext cx="1810512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44.0% of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5,397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$1,975,934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164592" cy="8412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587752"/>
            <a:ext cx="4114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587752"/>
            <a:ext cx="1193292" cy="1828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560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 of revenue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6,155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$1,304,494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164592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Buyers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547872"/>
            <a:ext cx="4114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47872"/>
            <a:ext cx="662483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 of revenue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2,950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$725,305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77640"/>
            <a:ext cx="16459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4507992"/>
            <a:ext cx="4114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507992"/>
            <a:ext cx="448513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480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 of revenue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1,766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4453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$487,484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based on RFM scoring from customer_features.csv · Regular customers &amp; unscored excluded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&amp; Revenue by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Revenue Products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90472"/>
            <a:ext cx="2910813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mouse rosybrown 419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1417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$9,152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37944"/>
            <a:ext cx="2861515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headphones aquamarine 465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764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$8,997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85416"/>
            <a:ext cx="2765464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12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webcam lightblue 848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2112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$8,695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32888"/>
            <a:ext cx="2685633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597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mouse chartreuse 292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459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$8,444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620114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07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smartwatch moccasin 101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$8,238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27832"/>
            <a:ext cx="2605165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tennis racket palegreen 443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3154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$8,191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75304"/>
            <a:ext cx="2579085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02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cycling helmet darkkhaki 165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3502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$8,109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22776"/>
            <a:ext cx="2575587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496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hoodie blanchedalmond 225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8496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$8,098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70248"/>
            <a:ext cx="2447730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970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water bottle gold 746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4197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$7,696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2439460" cy="20116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44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yoga mat mediumturquoise 462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45445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$7,670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1618488"/>
            <a:ext cx="3474720" cy="237744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1618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$781K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0552"/>
            <a:ext cx="3435821" cy="237744"/>
          </a:xfrm>
          <a:prstGeom prst="rect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929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21305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$773K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2642616"/>
            <a:ext cx="3413059" cy="237744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441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26426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$768K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3154680"/>
            <a:ext cx="2867040" cy="237744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$645K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3666744"/>
            <a:ext cx="2856648" cy="237744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465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3666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$642K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4178808"/>
            <a:ext cx="2349025" cy="237744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46720" y="4178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$528K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54880" y="4690872"/>
            <a:ext cx="1583201" cy="237744"/>
          </a:xfrm>
          <a:prstGeom prst="rect">
            <a:avLst/>
          </a:prstGeom>
          <a:solidFill>
            <a:srgbClr val="E53935">
              <a:alpha val="85000"/>
            </a:srgbClr>
          </a:solidFill>
          <a:ln w="12700">
            <a:solidFill>
              <a:srgbClr val="E53935">
                <a:alpha val="8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46720" y="4690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$356K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Revenue — Top 10 Countries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840480" cy="68580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24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United States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124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$823K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435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18.3% of total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3794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37944"/>
            <a:ext cx="1659766" cy="6858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11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United Kingdom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$356K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221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 of total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2432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24328"/>
            <a:ext cx="1611778" cy="68580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$346K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" y="3008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 of 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1071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10712"/>
            <a:ext cx="1506790" cy="6858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Brazil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483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$323K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" y="3794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 of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97096"/>
            <a:ext cx="1388351" cy="6858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Germany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4270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$298K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" y="4581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of total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0515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051560"/>
            <a:ext cx="1386742" cy="68580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124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1124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$297K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64608" y="1435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of total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83794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837944"/>
            <a:ext cx="1284184" cy="685800"/>
          </a:xfrm>
          <a:prstGeom prst="rect">
            <a:avLst/>
          </a:prstGeom>
          <a:solidFill>
            <a:srgbClr val="E53935">
              <a:alpha val="20000"/>
            </a:srgbClr>
          </a:solidFill>
          <a:ln w="12700">
            <a:solidFill>
              <a:srgbClr val="E53935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1911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🇲🇽 Mexico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98080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64608" y="2221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 of total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62432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624328"/>
            <a:ext cx="1129934" cy="68580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🇦🇺 Australia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9808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$242K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64608" y="3008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 of total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41071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410712"/>
            <a:ext cx="1030501" cy="6858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 Canada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98080" y="3483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$221K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64608" y="3794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of total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19709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197096"/>
            <a:ext cx="997978" cy="68580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Spain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98080" y="4270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$214K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864608" y="4581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of total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 — Prophet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3716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Method: Facebook Prophet (Meta)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model with trend + seasonality components · Daily granularity · 2020–2026 · Confidence band ±8%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2697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$67,827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273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$2,261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$2,443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$2,068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54680" y="19659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965960"/>
            <a:ext cx="2697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9933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Forecast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$133,417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273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$2,224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$2,443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$2,064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0" y="19659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965960"/>
            <a:ext cx="2697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9933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Forecast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$197,425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722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Revenue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273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$2,194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$2,443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722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$2,064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Top Revenue Country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399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$823,420 · 18.3% of total revenue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37160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Top Performing Product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10912" y="1399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Rosybrown 419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0912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$9,152 revenue · Electronics category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1343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13432"/>
            <a:ext cx="137160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86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Top Revenue Category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6609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$781,434 · Leads across all 7 categories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13432"/>
            <a:ext cx="13716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386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Highest Revenue Segment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10912" y="26609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Loyal Customers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10912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$1,975,934 · 44% of total segment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7530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75304"/>
            <a:ext cx="13716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648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Avg Monthly Growth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" y="4306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positive month-on-month trend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75304"/>
            <a:ext cx="137160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648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Avg Order Value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10912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$133.81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10912" y="4306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33,580 orders · post-discount basis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" cy="6949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06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12161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app, multi-tab layout, dynamic sidebar filters, session state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56232"/>
            <a:ext cx="137160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11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0208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time-series model · Trend + seasonality · Daily predictions with ±8% confidence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6090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60904"/>
            <a:ext cx="137160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044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282549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Merges, deduplication, RFM segment lookup, discount-adjusted revenue calculation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6557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65576"/>
            <a:ext cx="13716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849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36301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pie charts, line charts · Interactive hover · All charts respond to filters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7024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70248"/>
            <a:ext cx="13716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6542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44348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· Frequency · Monetary scoring → 4 segments: High-value, At-risk, New, Sensitive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&amp; Personalization Analytics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· Prophet · Pandas · Plotly · RFM Segmentation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Analytics Report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692</Words>
  <Application>Microsoft Office PowerPoint</Application>
  <PresentationFormat>On-screen Show (16:9)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Growth &amp; Personalization Analytics Dashboard</dc:title>
  <dc:subject>PptxGenJS Presentation</dc:subject>
  <dc:creator>Sahil</dc:creator>
  <cp:lastModifiedBy>Sahil Mulani</cp:lastModifiedBy>
  <cp:revision>2</cp:revision>
  <dcterms:created xsi:type="dcterms:W3CDTF">2026-03-15T10:37:43Z</dcterms:created>
  <dcterms:modified xsi:type="dcterms:W3CDTF">2026-03-15T10:44:35Z</dcterms:modified>
</cp:coreProperties>
</file>